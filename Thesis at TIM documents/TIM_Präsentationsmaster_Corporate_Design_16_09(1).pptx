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9144000" cy="5143500" type="screen16x9"/>
  <p:notesSz cx="6858000" cy="9144000"/>
  <p:custDataLst>
    <p:tags r:id="rId5"/>
  </p:custDataLst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AA9"/>
    <a:srgbClr val="F5A300"/>
    <a:srgbClr val="FFFFFF"/>
    <a:srgbClr val="D08B00"/>
    <a:srgbClr val="79BFFF"/>
    <a:srgbClr val="43A5FF"/>
    <a:srgbClr val="8FCAFF"/>
    <a:srgbClr val="009CDA"/>
    <a:srgbClr val="61B4FF"/>
    <a:srgbClr val="5D85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ittlere Formatvorlage 1 - Akz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713" autoAdjust="0"/>
    <p:restoredTop sz="96404" autoAdjust="0"/>
  </p:normalViewPr>
  <p:slideViewPr>
    <p:cSldViewPr snapToObjects="1">
      <p:cViewPr varScale="1">
        <p:scale>
          <a:sx n="144" d="100"/>
          <a:sy n="144" d="100"/>
        </p:scale>
        <p:origin x="1044" y="12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Object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90500" y="387350"/>
            <a:ext cx="5403850" cy="39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8000" tIns="0" rIns="0" bIns="0" numCol="1" anchor="ctr" anchorCtr="0" compatLnSpc="1">
            <a:prstTxWarp prst="textNoShape">
              <a:avLst/>
            </a:prstTxWarp>
          </a:bodyPr>
          <a:lstStyle>
            <a:lvl1pPr>
              <a:lnSpc>
                <a:spcPts val="1300"/>
              </a:lnSpc>
              <a:defRPr sz="1000" b="1">
                <a:latin typeface="Stafford" pitchFamily="2" charset="0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190500" y="8567738"/>
            <a:ext cx="13303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sz="1000" b="1">
                <a:latin typeface="Stafford" pitchFamily="2" charset="0"/>
                <a:cs typeface="+mn-cs"/>
              </a:defRPr>
            </a:lvl1pPr>
          </a:lstStyle>
          <a:p>
            <a:pPr>
              <a:defRPr/>
            </a:pPr>
            <a:fld id="{4EB24FF5-3CCA-43C3-AF44-4EC0FB5B9A55}" type="datetime4">
              <a:rPr lang="de-DE"/>
              <a:pPr>
                <a:defRPr/>
              </a:pPr>
              <a:t>1. Februar 2024</a:t>
            </a:fld>
            <a:endParaRPr lang="de-DE"/>
          </a:p>
        </p:txBody>
      </p:sp>
      <p:sp>
        <p:nvSpPr>
          <p:cNvPr id="501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520825" y="8567738"/>
            <a:ext cx="4464050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sz="1000" b="1">
                <a:latin typeface="Stafford" pitchFamily="2" charset="0"/>
                <a:cs typeface="+mn-cs"/>
              </a:defRPr>
            </a:lvl1pPr>
          </a:lstStyle>
          <a:p>
            <a:pPr>
              <a:defRPr/>
            </a:pPr>
            <a:r>
              <a:rPr lang="de-DE"/>
              <a:t>|  </a:t>
            </a:r>
          </a:p>
        </p:txBody>
      </p:sp>
      <p:sp>
        <p:nvSpPr>
          <p:cNvPr id="501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999163" y="8567738"/>
            <a:ext cx="6699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defRPr sz="1000" b="1">
                <a:latin typeface="Stafford" panose="00000400000000000000" pitchFamily="2" charset="0"/>
              </a:defRPr>
            </a:lvl1pPr>
          </a:lstStyle>
          <a:p>
            <a:r>
              <a:rPr lang="de-DE" altLang="de-DE"/>
              <a:t>|  </a:t>
            </a:r>
            <a:fld id="{E279898E-E946-41D3-A230-6C29F9B32076}" type="slidenum">
              <a:rPr lang="de-DE" altLang="de-DE"/>
              <a:pPr/>
              <a:t>‹Nr.›</a:t>
            </a:fld>
            <a:endParaRPr lang="de-DE" altLang="de-DE"/>
          </a:p>
        </p:txBody>
      </p:sp>
      <p:pic>
        <p:nvPicPr>
          <p:cNvPr id="5126" name="Picture 6" descr="tud_log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0400" y="360363"/>
            <a:ext cx="928688" cy="417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7" name="Rectangle 7"/>
          <p:cNvSpPr>
            <a:spLocks noChangeArrowheads="1"/>
          </p:cNvSpPr>
          <p:nvPr/>
        </p:nvSpPr>
        <p:spPr bwMode="auto">
          <a:xfrm>
            <a:off x="190500" y="179388"/>
            <a:ext cx="6478588" cy="144462"/>
          </a:xfrm>
          <a:prstGeom prst="rect">
            <a:avLst/>
          </a:prstGeom>
          <a:solidFill>
            <a:srgbClr val="B5B5B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defRPr/>
            </a:pPr>
            <a:endParaRPr lang="de-DE" altLang="de-DE"/>
          </a:p>
        </p:txBody>
      </p:sp>
      <p:sp>
        <p:nvSpPr>
          <p:cNvPr id="5128" name="Line 8"/>
          <p:cNvSpPr>
            <a:spLocks noChangeShapeType="1"/>
          </p:cNvSpPr>
          <p:nvPr/>
        </p:nvSpPr>
        <p:spPr bwMode="auto">
          <a:xfrm>
            <a:off x="190500" y="360363"/>
            <a:ext cx="6478588" cy="0"/>
          </a:xfrm>
          <a:prstGeom prst="line">
            <a:avLst/>
          </a:prstGeom>
          <a:noFill/>
          <a:ln w="1524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5129" name="Line 9"/>
          <p:cNvSpPr>
            <a:spLocks noChangeShapeType="1"/>
          </p:cNvSpPr>
          <p:nvPr/>
        </p:nvSpPr>
        <p:spPr bwMode="auto">
          <a:xfrm>
            <a:off x="190500" y="8496300"/>
            <a:ext cx="6478588" cy="0"/>
          </a:xfrm>
          <a:prstGeom prst="line">
            <a:avLst/>
          </a:prstGeom>
          <a:noFill/>
          <a:ln w="762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5130" name="Line 10"/>
          <p:cNvSpPr>
            <a:spLocks noChangeShapeType="1"/>
          </p:cNvSpPr>
          <p:nvPr/>
        </p:nvSpPr>
        <p:spPr bwMode="auto">
          <a:xfrm>
            <a:off x="188913" y="777875"/>
            <a:ext cx="6478587" cy="0"/>
          </a:xfrm>
          <a:prstGeom prst="line">
            <a:avLst/>
          </a:prstGeom>
          <a:noFill/>
          <a:ln w="762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13" descr="tud_log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2463" y="360363"/>
            <a:ext cx="935037" cy="420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188913" y="8685213"/>
            <a:ext cx="16192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lnSpc>
                <a:spcPts val="1300"/>
              </a:lnSpc>
              <a:defRPr sz="1000">
                <a:latin typeface="Stafford" pitchFamily="2" charset="0"/>
                <a:cs typeface="+mn-cs"/>
              </a:defRPr>
            </a:lvl1pPr>
          </a:lstStyle>
          <a:p>
            <a:pPr>
              <a:defRPr/>
            </a:pPr>
            <a:fld id="{2022DE90-BC44-4E4C-A2C3-BFFA219C0E48}" type="datetime4">
              <a:rPr lang="de-DE"/>
              <a:pPr>
                <a:defRPr/>
              </a:pPr>
              <a:t>1. Februar 2024</a:t>
            </a:fld>
            <a:endParaRPr lang="de-DE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688975" y="923925"/>
            <a:ext cx="5461000" cy="30718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90500" y="4284663"/>
            <a:ext cx="6477000" cy="428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/>
              <a:t>Textmasterformate durch Klicken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808163" y="8685213"/>
            <a:ext cx="41052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lnSpc>
                <a:spcPts val="1300"/>
              </a:lnSpc>
              <a:defRPr sz="1000">
                <a:latin typeface="Stafford" pitchFamily="2" charset="0"/>
                <a:cs typeface="+mn-cs"/>
              </a:defRPr>
            </a:lvl1pPr>
          </a:lstStyle>
          <a:p>
            <a:pPr>
              <a:defRPr/>
            </a:pPr>
            <a:r>
              <a:rPr lang="de-DE"/>
              <a:t>|  </a:t>
            </a: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913438" y="8685213"/>
            <a:ext cx="9429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lnSpc>
                <a:spcPts val="1300"/>
              </a:lnSpc>
              <a:defRPr sz="1000">
                <a:latin typeface="Stafford" panose="00000400000000000000" pitchFamily="2" charset="0"/>
              </a:defRPr>
            </a:lvl1pPr>
          </a:lstStyle>
          <a:p>
            <a:r>
              <a:rPr lang="de-DE" altLang="de-DE"/>
              <a:t>|  </a:t>
            </a:r>
            <a:fld id="{0B75972E-B0F9-46B9-A0EA-5D87F7B57558}" type="slidenum">
              <a:rPr lang="de-DE" altLang="de-DE"/>
              <a:pPr/>
              <a:t>‹Nr.›</a:t>
            </a:fld>
            <a:endParaRPr lang="de-DE" altLang="de-DE"/>
          </a:p>
        </p:txBody>
      </p:sp>
      <p:sp>
        <p:nvSpPr>
          <p:cNvPr id="4104" name="Rectangle 8"/>
          <p:cNvSpPr>
            <a:spLocks noChangeArrowheads="1"/>
          </p:cNvSpPr>
          <p:nvPr/>
        </p:nvSpPr>
        <p:spPr bwMode="auto">
          <a:xfrm>
            <a:off x="190500" y="387350"/>
            <a:ext cx="5403850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8000" tIns="0" rIns="0" bIns="0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1300"/>
              </a:lnSpc>
              <a:defRPr/>
            </a:pPr>
            <a:endParaRPr lang="de-DE" altLang="de-DE" sz="1000" b="1">
              <a:latin typeface="Stafford" pitchFamily="2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190500" y="179388"/>
            <a:ext cx="6478588" cy="144462"/>
          </a:xfrm>
          <a:prstGeom prst="rect">
            <a:avLst/>
          </a:prstGeom>
          <a:solidFill>
            <a:srgbClr val="B5B5B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defRPr/>
            </a:pPr>
            <a:endParaRPr lang="de-DE" altLang="de-DE"/>
          </a:p>
        </p:txBody>
      </p:sp>
      <p:sp>
        <p:nvSpPr>
          <p:cNvPr id="4106" name="Line 10"/>
          <p:cNvSpPr>
            <a:spLocks noChangeShapeType="1"/>
          </p:cNvSpPr>
          <p:nvPr/>
        </p:nvSpPr>
        <p:spPr bwMode="auto">
          <a:xfrm>
            <a:off x="190500" y="360363"/>
            <a:ext cx="6478588" cy="0"/>
          </a:xfrm>
          <a:prstGeom prst="line">
            <a:avLst/>
          </a:prstGeom>
          <a:noFill/>
          <a:ln w="1524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4107" name="Line 11"/>
          <p:cNvSpPr>
            <a:spLocks noChangeShapeType="1"/>
          </p:cNvSpPr>
          <p:nvPr/>
        </p:nvSpPr>
        <p:spPr bwMode="auto">
          <a:xfrm>
            <a:off x="190500" y="781050"/>
            <a:ext cx="6478588" cy="0"/>
          </a:xfrm>
          <a:prstGeom prst="line">
            <a:avLst/>
          </a:prstGeom>
          <a:noFill/>
          <a:ln w="762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4108" name="Line 12"/>
          <p:cNvSpPr>
            <a:spLocks noChangeShapeType="1"/>
          </p:cNvSpPr>
          <p:nvPr/>
        </p:nvSpPr>
        <p:spPr bwMode="auto">
          <a:xfrm>
            <a:off x="190500" y="8685213"/>
            <a:ext cx="6478588" cy="0"/>
          </a:xfrm>
          <a:prstGeom prst="line">
            <a:avLst/>
          </a:prstGeom>
          <a:noFill/>
          <a:ln w="762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4109" name="Line 14"/>
          <p:cNvSpPr>
            <a:spLocks noChangeShapeType="1"/>
          </p:cNvSpPr>
          <p:nvPr/>
        </p:nvSpPr>
        <p:spPr bwMode="auto">
          <a:xfrm>
            <a:off x="188913" y="4103688"/>
            <a:ext cx="6478587" cy="0"/>
          </a:xfrm>
          <a:prstGeom prst="line">
            <a:avLst/>
          </a:prstGeom>
          <a:noFill/>
          <a:ln w="762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hangingPunct="0">
      <a:spcBef>
        <a:spcPct val="10000"/>
      </a:spcBef>
      <a:spcAft>
        <a:spcPct val="0"/>
      </a:spcAft>
      <a:defRPr sz="1200" kern="1200">
        <a:solidFill>
          <a:schemeClr val="tx1"/>
        </a:solidFill>
        <a:latin typeface="Bitstream Charter" pitchFamily="2" charset="0"/>
        <a:ea typeface="+mn-ea"/>
        <a:cs typeface="+mn-cs"/>
      </a:defRPr>
    </a:lvl1pPr>
    <a:lvl2pPr marL="457200" algn="l" rtl="0" eaLnBrk="0" fontAlgn="base" hangingPunct="0">
      <a:spcBef>
        <a:spcPct val="10000"/>
      </a:spcBef>
      <a:spcAft>
        <a:spcPct val="0"/>
      </a:spcAft>
      <a:defRPr sz="1200" kern="1200">
        <a:solidFill>
          <a:schemeClr val="tx1"/>
        </a:solidFill>
        <a:latin typeface="Bitstream Charter" pitchFamily="2" charset="0"/>
        <a:ea typeface="+mn-ea"/>
        <a:cs typeface="+mn-cs"/>
      </a:defRPr>
    </a:lvl2pPr>
    <a:lvl3pPr marL="914400" algn="l" rtl="0" eaLnBrk="0" fontAlgn="base" hangingPunct="0">
      <a:spcBef>
        <a:spcPct val="10000"/>
      </a:spcBef>
      <a:spcAft>
        <a:spcPct val="0"/>
      </a:spcAft>
      <a:defRPr sz="1200" kern="1200">
        <a:solidFill>
          <a:schemeClr val="tx1"/>
        </a:solidFill>
        <a:latin typeface="Bitstream Charter" pitchFamily="2" charset="0"/>
        <a:ea typeface="+mn-ea"/>
        <a:cs typeface="+mn-cs"/>
      </a:defRPr>
    </a:lvl3pPr>
    <a:lvl4pPr marL="1371600" algn="l" rtl="0" eaLnBrk="0" fontAlgn="base" hangingPunct="0">
      <a:spcBef>
        <a:spcPct val="10000"/>
      </a:spcBef>
      <a:spcAft>
        <a:spcPct val="0"/>
      </a:spcAft>
      <a:defRPr sz="1200" kern="1200">
        <a:solidFill>
          <a:schemeClr val="tx1"/>
        </a:solidFill>
        <a:latin typeface="Bitstream Charter" pitchFamily="2" charset="0"/>
        <a:ea typeface="+mn-ea"/>
        <a:cs typeface="+mn-cs"/>
      </a:defRPr>
    </a:lvl4pPr>
    <a:lvl5pPr marL="1828800" algn="l" rtl="0" eaLnBrk="0" fontAlgn="base" hangingPunct="0">
      <a:spcBef>
        <a:spcPct val="10000"/>
      </a:spcBef>
      <a:spcAft>
        <a:spcPct val="0"/>
      </a:spcAft>
      <a:defRPr sz="1200" kern="1200">
        <a:solidFill>
          <a:schemeClr val="tx1"/>
        </a:solidFill>
        <a:latin typeface="Bitstream Charter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79388" y="284163"/>
            <a:ext cx="8786812" cy="1566862"/>
          </a:xfrm>
          <a:prstGeom prst="rect">
            <a:avLst/>
          </a:prstGeom>
          <a:solidFill>
            <a:srgbClr val="005AA9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defRPr/>
            </a:pPr>
            <a:endParaRPr lang="de-DE" altLang="de-DE"/>
          </a:p>
        </p:txBody>
      </p:sp>
      <p:sp>
        <p:nvSpPr>
          <p:cNvPr id="6" name="Rectangle 8"/>
          <p:cNvSpPr>
            <a:spLocks noChangeArrowheads="1"/>
          </p:cNvSpPr>
          <p:nvPr userDrawn="1"/>
        </p:nvSpPr>
        <p:spPr bwMode="auto">
          <a:xfrm>
            <a:off x="179388" y="155575"/>
            <a:ext cx="8786812" cy="109538"/>
          </a:xfrm>
          <a:prstGeom prst="rect">
            <a:avLst/>
          </a:prstGeom>
          <a:solidFill>
            <a:srgbClr val="005AA9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defRPr/>
            </a:pPr>
            <a:endParaRPr lang="de-DE" altLang="de-DE">
              <a:cs typeface="Tahoma" pitchFamily="34" charset="0"/>
            </a:endParaRPr>
          </a:p>
        </p:txBody>
      </p:sp>
      <p:sp>
        <p:nvSpPr>
          <p:cNvPr id="7" name="Line 14"/>
          <p:cNvSpPr>
            <a:spLocks noChangeShapeType="1"/>
          </p:cNvSpPr>
          <p:nvPr userDrawn="1"/>
        </p:nvSpPr>
        <p:spPr bwMode="auto">
          <a:xfrm>
            <a:off x="179388" y="1851025"/>
            <a:ext cx="8786812" cy="0"/>
          </a:xfrm>
          <a:prstGeom prst="line">
            <a:avLst/>
          </a:prstGeom>
          <a:noFill/>
          <a:ln w="762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8" name="Line 15"/>
          <p:cNvSpPr>
            <a:spLocks noChangeShapeType="1"/>
          </p:cNvSpPr>
          <p:nvPr userDrawn="1"/>
        </p:nvSpPr>
        <p:spPr bwMode="auto">
          <a:xfrm>
            <a:off x="179388" y="4775200"/>
            <a:ext cx="8786812" cy="0"/>
          </a:xfrm>
          <a:prstGeom prst="line">
            <a:avLst/>
          </a:prstGeom>
          <a:noFill/>
          <a:ln w="762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9" name="Line 14"/>
          <p:cNvSpPr>
            <a:spLocks noChangeShapeType="1"/>
          </p:cNvSpPr>
          <p:nvPr userDrawn="1"/>
        </p:nvSpPr>
        <p:spPr bwMode="auto">
          <a:xfrm>
            <a:off x="179388" y="285750"/>
            <a:ext cx="8786812" cy="0"/>
          </a:xfrm>
          <a:prstGeom prst="line">
            <a:avLst/>
          </a:prstGeom>
          <a:noFill/>
          <a:ln w="1524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10" name="Fußzeilenplatzhalter 3"/>
          <p:cNvSpPr txBox="1">
            <a:spLocks/>
          </p:cNvSpPr>
          <p:nvPr userDrawn="1"/>
        </p:nvSpPr>
        <p:spPr>
          <a:xfrm>
            <a:off x="84138" y="4803775"/>
            <a:ext cx="7273925" cy="173038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defTabSz="914400">
              <a:defRPr/>
            </a:pPr>
            <a:fld id="{71E482C5-58E3-4583-8C64-AB4EA00E1990}" type="datetime1">
              <a:rPr lang="de-DE" sz="8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Verdana"/>
              </a:rPr>
              <a:pPr defTabSz="914400">
                <a:defRPr/>
              </a:pPr>
              <a:t>01.02.2024</a:t>
            </a:fld>
            <a:r>
              <a:rPr lang="de-DE" sz="8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Verdana"/>
              </a:rPr>
              <a:t>  |  [Fach/ Thema]</a:t>
            </a:r>
            <a:r>
              <a:rPr lang="de-DE" sz="800" kern="120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Verdana"/>
              </a:rPr>
              <a:t>  </a:t>
            </a:r>
            <a:r>
              <a:rPr lang="de-DE" sz="8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Verdana"/>
              </a:rPr>
              <a:t>|  Prof. Dr. Alexander Kock  |  </a:t>
            </a:r>
            <a:fld id="{50387E79-B3FB-D540-8B12-BBDD051BD9B3}" type="slidenum">
              <a:rPr lang="de-DE" sz="8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Verdana"/>
              </a:rPr>
              <a:pPr defTabSz="914400">
                <a:defRPr/>
              </a:pPr>
              <a:t>‹Nr.›</a:t>
            </a:fld>
            <a:endParaRPr lang="de-DE" sz="800" kern="12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Verdana"/>
            </a:endParaRPr>
          </a:p>
        </p:txBody>
      </p:sp>
      <p:sp>
        <p:nvSpPr>
          <p:cNvPr id="8704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51520" y="1095623"/>
            <a:ext cx="6840760" cy="708422"/>
          </a:xfrm>
        </p:spPr>
        <p:txBody>
          <a:bodyPr tIns="0" bIns="0"/>
          <a:lstStyle>
            <a:lvl1pPr marL="0" indent="0">
              <a:spcBef>
                <a:spcPct val="0"/>
              </a:spcBef>
              <a:buFont typeface="Wingdings" pitchFamily="2" charset="2"/>
              <a:buNone/>
              <a:defRPr b="1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12" name="Titel 11"/>
          <p:cNvSpPr>
            <a:spLocks noGrp="1"/>
          </p:cNvSpPr>
          <p:nvPr>
            <p:ph type="title"/>
          </p:nvPr>
        </p:nvSpPr>
        <p:spPr>
          <a:xfrm>
            <a:off x="270898" y="375294"/>
            <a:ext cx="6821383" cy="6286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4D3F66F4-EC52-4FA8-944C-1361005676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4684" y="401638"/>
            <a:ext cx="1464467" cy="585787"/>
          </a:xfrm>
          <a:prstGeom prst="rect">
            <a:avLst/>
          </a:prstGeom>
          <a:noFill/>
        </p:spPr>
      </p:pic>
      <p:pic>
        <p:nvPicPr>
          <p:cNvPr id="2" name="Bild 2">
            <a:extLst>
              <a:ext uri="{FF2B5EF4-FFF2-40B4-BE49-F238E27FC236}">
                <a16:creationId xmlns:a16="http://schemas.microsoft.com/office/drawing/2014/main" id="{592C5D89-A281-4DD4-D337-98586DB4CC3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02927" y="4806733"/>
            <a:ext cx="1063273" cy="291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958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81500" y="366712"/>
            <a:ext cx="7342828" cy="628650"/>
          </a:xfrm>
        </p:spPr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5" name="Inhaltsplatzhalter 2"/>
          <p:cNvSpPr>
            <a:spLocks noGrp="1"/>
          </p:cNvSpPr>
          <p:nvPr>
            <p:ph idx="11" hasCustomPrompt="1"/>
          </p:nvPr>
        </p:nvSpPr>
        <p:spPr>
          <a:xfrm>
            <a:off x="180490" y="1400375"/>
            <a:ext cx="8783998" cy="3182864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</p:spTree>
    <p:extLst>
      <p:ext uri="{BB962C8B-B14F-4D97-AF65-F5344CB8AC3E}">
        <p14:creationId xmlns:p14="http://schemas.microsoft.com/office/powerpoint/2010/main" val="2215753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513" y="3305177"/>
            <a:ext cx="8784975" cy="1021557"/>
          </a:xfrm>
        </p:spPr>
        <p:txBody>
          <a:bodyPr anchor="t"/>
          <a:lstStyle>
            <a:lvl1pPr algn="l">
              <a:defRPr sz="3200" b="1" cap="all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79513" y="2180035"/>
            <a:ext cx="8784975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202258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81122" y="366712"/>
            <a:ext cx="7343206" cy="628650"/>
          </a:xfrm>
        </p:spPr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181121" y="1830556"/>
            <a:ext cx="4320000" cy="2777178"/>
          </a:xfrm>
        </p:spPr>
        <p:txBody>
          <a:bodyPr/>
          <a:lstStyle>
            <a:lvl1pPr marL="0" indent="0"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5" name="Inhaltsplatzhalter 2"/>
          <p:cNvSpPr>
            <a:spLocks noGrp="1"/>
          </p:cNvSpPr>
          <p:nvPr>
            <p:ph sz="half" idx="10" hasCustomPrompt="1"/>
          </p:nvPr>
        </p:nvSpPr>
        <p:spPr>
          <a:xfrm>
            <a:off x="4644488" y="1830556"/>
            <a:ext cx="4320000" cy="2777178"/>
          </a:xfrm>
        </p:spPr>
        <p:txBody>
          <a:bodyPr/>
          <a:lstStyle>
            <a:lvl1pPr marL="0" indent="0"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</p:spTree>
    <p:extLst>
      <p:ext uri="{BB962C8B-B14F-4D97-AF65-F5344CB8AC3E}">
        <p14:creationId xmlns:p14="http://schemas.microsoft.com/office/powerpoint/2010/main" val="16086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514" y="366712"/>
            <a:ext cx="7272806" cy="628650"/>
          </a:xfrm>
        </p:spPr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179514" y="1851669"/>
            <a:ext cx="2860710" cy="2828599"/>
          </a:xfrm>
        </p:spPr>
        <p:txBody>
          <a:bodyPr/>
          <a:lstStyle>
            <a:lvl1pPr marL="0" indent="0"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9" name="Inhaltsplatzhalter 2"/>
          <p:cNvSpPr>
            <a:spLocks noGrp="1"/>
          </p:cNvSpPr>
          <p:nvPr>
            <p:ph sz="half" idx="10" hasCustomPrompt="1"/>
          </p:nvPr>
        </p:nvSpPr>
        <p:spPr>
          <a:xfrm>
            <a:off x="3131840" y="1851669"/>
            <a:ext cx="2860710" cy="2828599"/>
          </a:xfrm>
        </p:spPr>
        <p:txBody>
          <a:bodyPr/>
          <a:lstStyle>
            <a:lvl1pPr marL="0" indent="0"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11" name="Inhaltsplatzhalter 2"/>
          <p:cNvSpPr>
            <a:spLocks noGrp="1"/>
          </p:cNvSpPr>
          <p:nvPr>
            <p:ph sz="half" idx="12" hasCustomPrompt="1"/>
          </p:nvPr>
        </p:nvSpPr>
        <p:spPr>
          <a:xfrm>
            <a:off x="6102487" y="1851669"/>
            <a:ext cx="2862000" cy="2828599"/>
          </a:xfrm>
        </p:spPr>
        <p:txBody>
          <a:bodyPr/>
          <a:lstStyle>
            <a:lvl1pPr marL="0" indent="0"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</p:spTree>
    <p:extLst>
      <p:ext uri="{BB962C8B-B14F-4D97-AF65-F5344CB8AC3E}">
        <p14:creationId xmlns:p14="http://schemas.microsoft.com/office/powerpoint/2010/main" val="3447997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514" y="366712"/>
            <a:ext cx="7344814" cy="628650"/>
          </a:xfrm>
        </p:spPr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309992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514" y="366712"/>
            <a:ext cx="7344814" cy="628650"/>
          </a:xfrm>
        </p:spPr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xfrm>
            <a:off x="323528" y="1490663"/>
            <a:ext cx="4536504" cy="3003108"/>
          </a:xfr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307891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18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419872" y="1851669"/>
            <a:ext cx="5544616" cy="2763617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512" y="1851669"/>
            <a:ext cx="3147109" cy="27636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5" name="Titel 1"/>
          <p:cNvSpPr>
            <a:spLocks noGrp="1"/>
          </p:cNvSpPr>
          <p:nvPr>
            <p:ph type="title"/>
          </p:nvPr>
        </p:nvSpPr>
        <p:spPr>
          <a:xfrm>
            <a:off x="179512" y="366712"/>
            <a:ext cx="7344816" cy="628650"/>
          </a:xfrm>
        </p:spPr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96235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1185555"/>
            <a:ext cx="5486400" cy="23330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 dirty="0"/>
              <a:t>Bild durch Klicken auf Symbol hinzufügen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519737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2F31975F-CCF5-4FFC-872D-190A20E40408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4684" y="401638"/>
            <a:ext cx="1464467" cy="585787"/>
          </a:xfrm>
          <a:prstGeom prst="rect">
            <a:avLst/>
          </a:prstGeom>
          <a:noFill/>
        </p:spPr>
      </p:pic>
      <p:sp>
        <p:nvSpPr>
          <p:cNvPr id="1026" name="Rectangle 13"/>
          <p:cNvSpPr>
            <a:spLocks noChangeArrowheads="1"/>
          </p:cNvSpPr>
          <p:nvPr/>
        </p:nvSpPr>
        <p:spPr bwMode="auto">
          <a:xfrm>
            <a:off x="179388" y="565150"/>
            <a:ext cx="8713787" cy="811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defRPr/>
            </a:pPr>
            <a:endParaRPr lang="de-DE" altLang="de-DE">
              <a:cs typeface="Tahoma" pitchFamily="34" charset="0"/>
            </a:endParaRP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7799" y="385763"/>
            <a:ext cx="7288213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dirty="0"/>
              <a:t>Titelmasterformat durch Klicken bearbeiten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390871"/>
            <a:ext cx="8786812" cy="3311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dirty="0"/>
              <a:t>Textmasterformate durch Klicken bearbeiten</a:t>
            </a:r>
          </a:p>
          <a:p>
            <a:pPr lvl="1"/>
            <a:r>
              <a:rPr lang="de-DE" altLang="de-DE" dirty="0"/>
              <a:t>Zweite Ebene</a:t>
            </a:r>
          </a:p>
          <a:p>
            <a:pPr lvl="2"/>
            <a:r>
              <a:rPr lang="de-DE" altLang="de-DE" dirty="0"/>
              <a:t>Dritte Ebene</a:t>
            </a:r>
          </a:p>
        </p:txBody>
      </p:sp>
      <p:sp>
        <p:nvSpPr>
          <p:cNvPr id="1029" name="Rectangle 8"/>
          <p:cNvSpPr>
            <a:spLocks noChangeArrowheads="1"/>
          </p:cNvSpPr>
          <p:nvPr/>
        </p:nvSpPr>
        <p:spPr bwMode="auto">
          <a:xfrm>
            <a:off x="179388" y="166688"/>
            <a:ext cx="8786812" cy="107950"/>
          </a:xfrm>
          <a:prstGeom prst="rect">
            <a:avLst/>
          </a:prstGeom>
          <a:solidFill>
            <a:srgbClr val="005AA9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defRPr/>
            </a:pPr>
            <a:endParaRPr lang="de-DE" altLang="de-DE">
              <a:cs typeface="Tahoma" pitchFamily="34" charset="0"/>
            </a:endParaRPr>
          </a:p>
        </p:txBody>
      </p:sp>
      <p:sp>
        <p:nvSpPr>
          <p:cNvPr id="1030" name="Line 14"/>
          <p:cNvSpPr>
            <a:spLocks noChangeShapeType="1"/>
          </p:cNvSpPr>
          <p:nvPr/>
        </p:nvSpPr>
        <p:spPr bwMode="auto">
          <a:xfrm>
            <a:off x="179388" y="1106488"/>
            <a:ext cx="8786812" cy="0"/>
          </a:xfrm>
          <a:prstGeom prst="line">
            <a:avLst/>
          </a:prstGeom>
          <a:noFill/>
          <a:ln w="762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13" name="Fußzeilenplatzhalter 3"/>
          <p:cNvSpPr txBox="1">
            <a:spLocks/>
          </p:cNvSpPr>
          <p:nvPr userDrawn="1"/>
        </p:nvSpPr>
        <p:spPr>
          <a:xfrm>
            <a:off x="84138" y="4803775"/>
            <a:ext cx="7273925" cy="173038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defTabSz="914400">
              <a:defRPr/>
            </a:pPr>
            <a:fld id="{71E482C5-58E3-4583-8C64-AB4EA00E1990}" type="datetime1">
              <a:rPr lang="de-DE" sz="800" smtClean="0">
                <a:latin typeface="+mj-lt"/>
                <a:ea typeface="+mn-ea"/>
                <a:cs typeface="Verdana"/>
              </a:rPr>
              <a:pPr defTabSz="914400">
                <a:defRPr/>
              </a:pPr>
              <a:t>01.02.2024</a:t>
            </a:fld>
            <a:r>
              <a:rPr lang="de-DE" sz="800" dirty="0">
                <a:latin typeface="+mj-lt"/>
                <a:ea typeface="+mn-ea"/>
                <a:cs typeface="Verdana"/>
              </a:rPr>
              <a:t>  |  [Fach/ Thema]</a:t>
            </a:r>
            <a:r>
              <a:rPr lang="de-DE" sz="800" baseline="0" dirty="0">
                <a:latin typeface="+mj-lt"/>
                <a:ea typeface="+mn-ea"/>
                <a:cs typeface="Verdana"/>
              </a:rPr>
              <a:t>  </a:t>
            </a:r>
            <a:r>
              <a:rPr lang="de-DE" sz="800" dirty="0">
                <a:latin typeface="+mj-lt"/>
                <a:ea typeface="+mn-ea"/>
                <a:cs typeface="Verdana"/>
              </a:rPr>
              <a:t>|  Prof. Dr. Alexander Kock  |  </a:t>
            </a:r>
            <a:fld id="{50387E79-B3FB-D540-8B12-BBDD051BD9B3}" type="slidenum">
              <a:rPr lang="de-DE" sz="800" smtClean="0">
                <a:latin typeface="+mj-lt"/>
                <a:ea typeface="+mn-ea"/>
                <a:cs typeface="Verdana"/>
              </a:rPr>
              <a:pPr defTabSz="914400">
                <a:defRPr/>
              </a:pPr>
              <a:t>‹Nr.›</a:t>
            </a:fld>
            <a:endParaRPr lang="de-DE" sz="800" dirty="0">
              <a:latin typeface="+mj-lt"/>
              <a:ea typeface="+mn-ea"/>
              <a:cs typeface="Verdana"/>
            </a:endParaRPr>
          </a:p>
        </p:txBody>
      </p:sp>
      <p:sp>
        <p:nvSpPr>
          <p:cNvPr id="2" name="Line 14"/>
          <p:cNvSpPr>
            <a:spLocks noChangeShapeType="1"/>
          </p:cNvSpPr>
          <p:nvPr userDrawn="1"/>
        </p:nvSpPr>
        <p:spPr bwMode="auto">
          <a:xfrm>
            <a:off x="179388" y="296863"/>
            <a:ext cx="8786812" cy="0"/>
          </a:xfrm>
          <a:prstGeom prst="line">
            <a:avLst/>
          </a:prstGeom>
          <a:noFill/>
          <a:ln w="1524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1034" name="Line 15"/>
          <p:cNvSpPr>
            <a:spLocks noChangeShapeType="1"/>
          </p:cNvSpPr>
          <p:nvPr userDrawn="1"/>
        </p:nvSpPr>
        <p:spPr bwMode="auto">
          <a:xfrm>
            <a:off x="179388" y="4775200"/>
            <a:ext cx="8786812" cy="0"/>
          </a:xfrm>
          <a:prstGeom prst="line">
            <a:avLst/>
          </a:prstGeom>
          <a:noFill/>
          <a:ln w="762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pic>
        <p:nvPicPr>
          <p:cNvPr id="3" name="Bild 2">
            <a:extLst>
              <a:ext uri="{FF2B5EF4-FFF2-40B4-BE49-F238E27FC236}">
                <a16:creationId xmlns:a16="http://schemas.microsoft.com/office/drawing/2014/main" id="{E1C2F224-8A1E-4728-B9D5-20EB0F4062CB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7902927" y="4806733"/>
            <a:ext cx="1063273" cy="29151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80" r:id="rId7"/>
    <p:sldLayoutId id="2147483675" r:id="rId8"/>
    <p:sldLayoutId id="2147483676" r:id="rId9"/>
    <p:sldLayoutId id="2147483677" r:id="rId10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+mn-lt"/>
          <a:ea typeface="+mj-ea"/>
          <a:cs typeface="Tahoma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  <a:cs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  <a:cs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  <a:cs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  <a:cs typeface="Tahom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</a:defRPr>
      </a:lvl9pPr>
    </p:titleStyle>
    <p:bodyStyle>
      <a:lvl1pPr marL="179388" indent="-179388" algn="l" rtl="0" eaLnBrk="0" fontAlgn="base" hangingPunct="0">
        <a:lnSpc>
          <a:spcPct val="130000"/>
        </a:lnSpc>
        <a:spcBef>
          <a:spcPts val="200"/>
        </a:spcBef>
        <a:spcAft>
          <a:spcPts val="225"/>
        </a:spcAft>
        <a:buFont typeface="Wingdings" panose="05000000000000000000" pitchFamily="2" charset="2"/>
        <a:defRPr sz="2000">
          <a:solidFill>
            <a:schemeClr val="tx1"/>
          </a:solidFill>
          <a:latin typeface="+mn-lt"/>
          <a:ea typeface="+mn-ea"/>
          <a:cs typeface="Tahoma" pitchFamily="34" charset="0"/>
        </a:defRPr>
      </a:lvl1pPr>
      <a:lvl2pPr marL="179388" indent="-177800" algn="l" rtl="0" eaLnBrk="0" fontAlgn="base" hangingPunct="0">
        <a:lnSpc>
          <a:spcPct val="130000"/>
        </a:lnSpc>
        <a:spcBef>
          <a:spcPts val="200"/>
        </a:spcBef>
        <a:spcAft>
          <a:spcPts val="225"/>
        </a:spcAft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cs typeface="Tahoma" pitchFamily="34" charset="0"/>
        </a:defRPr>
      </a:lvl2pPr>
      <a:lvl3pPr marL="538163" indent="-187325" algn="l" rtl="0" eaLnBrk="0" fontAlgn="base" hangingPunct="0">
        <a:lnSpc>
          <a:spcPct val="130000"/>
        </a:lnSpc>
        <a:spcBef>
          <a:spcPts val="200"/>
        </a:spcBef>
        <a:spcAft>
          <a:spcPts val="225"/>
        </a:spcAft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cs typeface="Tahoma" pitchFamily="34" charset="0"/>
        </a:defRPr>
      </a:lvl3pPr>
      <a:lvl4pPr marL="717550" indent="-173038" algn="l" rtl="0" eaLnBrk="0" fontAlgn="base" hangingPunct="0">
        <a:lnSpc>
          <a:spcPct val="130000"/>
        </a:lnSpc>
        <a:spcBef>
          <a:spcPts val="200"/>
        </a:spcBef>
        <a:spcAft>
          <a:spcPts val="225"/>
        </a:spcAft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  <a:cs typeface="Tahoma" pitchFamily="34" charset="0"/>
        </a:defRPr>
      </a:lvl4pPr>
      <a:lvl5pPr marL="908050" indent="-188913" algn="l" rtl="0" eaLnBrk="0" fontAlgn="base" hangingPunct="0">
        <a:lnSpc>
          <a:spcPct val="130000"/>
        </a:lnSpc>
        <a:spcBef>
          <a:spcPts val="200"/>
        </a:spcBef>
        <a:spcAft>
          <a:spcPts val="225"/>
        </a:spcAft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  <a:cs typeface="Tahoma" pitchFamily="34" charset="0"/>
        </a:defRPr>
      </a:lvl5pPr>
      <a:lvl6pPr marL="1365250" indent="-188913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6pPr>
      <a:lvl7pPr marL="1822450" indent="-188913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7pPr>
      <a:lvl8pPr marL="2279650" indent="-188913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8pPr>
      <a:lvl9pPr marL="2736850" indent="-188913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3125080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592" imgH="591" progId="TCLayout.ActiveDocument.1">
                  <p:embed/>
                </p:oleObj>
              </mc:Choice>
              <mc:Fallback>
                <p:oleObj name="think-cell Folie" r:id="rId4" imgW="592" imgH="59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de-DE" sz="2000" b="1" dirty="0">
              <a:latin typeface="Arial" panose="020B0604020202020204" pitchFamily="34" charset="0"/>
              <a:ea typeface="+mj-ea"/>
              <a:cs typeface="Tahoma" panose="020B0604030504040204" pitchFamily="34" charset="0"/>
              <a:sym typeface="Arial" panose="020B0604020202020204" pitchFamily="34" charset="0"/>
            </a:endParaRPr>
          </a:p>
        </p:txBody>
      </p:sp>
      <p:sp>
        <p:nvSpPr>
          <p:cNvPr id="3074" name="Untertitel 1"/>
          <p:cNvSpPr>
            <a:spLocks noGrp="1"/>
          </p:cNvSpPr>
          <p:nvPr>
            <p:ph type="subTitle" idx="1"/>
          </p:nvPr>
        </p:nvSpPr>
        <p:spPr>
          <a:xfrm>
            <a:off x="250825" y="1467981"/>
            <a:ext cx="6842125" cy="303833"/>
          </a:xfrm>
        </p:spPr>
        <p:txBody>
          <a:bodyPr/>
          <a:lstStyle/>
          <a:p>
            <a:pPr eaLnBrk="1" hangingPunct="1"/>
            <a:r>
              <a:rPr lang="de-DE" altLang="de-DE" sz="1600" dirty="0"/>
              <a:t>Darmstadt, [Monat] [Jahr]</a:t>
            </a:r>
          </a:p>
        </p:txBody>
      </p:sp>
      <p:sp>
        <p:nvSpPr>
          <p:cNvPr id="3075" name="Titel 2"/>
          <p:cNvSpPr>
            <a:spLocks noGrp="1"/>
          </p:cNvSpPr>
          <p:nvPr>
            <p:ph type="title"/>
          </p:nvPr>
        </p:nvSpPr>
        <p:spPr>
          <a:xfrm>
            <a:off x="271463" y="366713"/>
            <a:ext cx="6821487" cy="628650"/>
          </a:xfrm>
        </p:spPr>
        <p:txBody>
          <a:bodyPr/>
          <a:lstStyle/>
          <a:p>
            <a:pPr eaLnBrk="1" hangingPunct="1"/>
            <a:r>
              <a:rPr lang="de-DE" altLang="de-DE" dirty="0"/>
              <a:t>TIM PP-Template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BMFw1c7SauSx3fzkCF4qg"/>
</p:tagLst>
</file>

<file path=ppt/theme/theme1.xml><?xml version="1.0" encoding="utf-8"?>
<a:theme xmlns:a="http://schemas.openxmlformats.org/drawingml/2006/main" name="Präsentationsvorlage_BWL9">
  <a:themeElements>
    <a:clrScheme name="TIM_Master_201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9BFFF"/>
      </a:accent1>
      <a:accent2>
        <a:srgbClr val="005AA9"/>
      </a:accent2>
      <a:accent3>
        <a:srgbClr val="404040"/>
      </a:accent3>
      <a:accent4>
        <a:srgbClr val="BFBFBF"/>
      </a:accent4>
      <a:accent5>
        <a:srgbClr val="F2F2F2"/>
      </a:accent5>
      <a:accent6>
        <a:srgbClr val="F5A300"/>
      </a:accent6>
      <a:hlink>
        <a:srgbClr val="009999"/>
      </a:hlink>
      <a:folHlink>
        <a:srgbClr val="99CC00"/>
      </a:folHlink>
    </a:clrScheme>
    <a:fontScheme name="v1_TUD_Präsentation_ro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9525">
          <a:solidFill>
            <a:schemeClr val="accent2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lIns="0" tIns="0" rIns="0" bIns="0" rtlCol="0">
        <a:noAutofit/>
      </a:bodyPr>
      <a:lstStyle>
        <a:defPPr>
          <a:defRPr sz="1200" dirty="0" err="1" smtClean="0"/>
        </a:defPPr>
      </a:lstStyle>
    </a:txDef>
  </a:objectDefaults>
  <a:extraClrSchemeLst>
    <a:extraClrScheme>
      <a:clrScheme name="v1_TUD_Präsentation_ro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1_TUD_Präsentation_ro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1_TUD_Präsentation_ro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1_TUD_Präsentation_ro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1_TUD_Präsentation_ro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1_TUD_Präsentation_ro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1_TUD_Präsentation_ro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1_TUD_Präsentation_ro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1_TUD_Präsentation_ro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1_TUD_Präsentation_ro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1_TUD_Präsentation_ro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1_TUD_Präsentation_ro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462daf8e-98e7-42fc-b150-8db29dc1fb14}" enabled="1" method="Standard" siteId="{9e73e135-fe7a-447f-baba-b0312d3aa55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Präsentationsvorlage_BWL9</Template>
  <TotalTime>0</TotalTime>
  <Words>10</Words>
  <Application>Microsoft Office PowerPoint</Application>
  <PresentationFormat>Bildschirmpräsentation (16:9)</PresentationFormat>
  <Paragraphs>2</Paragraphs>
  <Slides>1</Slides>
  <Notes>0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7" baseType="lpstr">
      <vt:lpstr>Arial</vt:lpstr>
      <vt:lpstr>Bitstream Charter</vt:lpstr>
      <vt:lpstr>Stafford</vt:lpstr>
      <vt:lpstr>Wingdings</vt:lpstr>
      <vt:lpstr>Präsentationsvorlage_BWL9</vt:lpstr>
      <vt:lpstr>think-cell Folie</vt:lpstr>
      <vt:lpstr>TIM PP-Template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 1</dc:title>
  <dc:creator>Carsten Kaufmann</dc:creator>
  <cp:lastModifiedBy>Hettrich, Benjamin</cp:lastModifiedBy>
  <cp:revision>124</cp:revision>
  <dcterms:created xsi:type="dcterms:W3CDTF">2009-12-23T09:42:49Z</dcterms:created>
  <dcterms:modified xsi:type="dcterms:W3CDTF">2024-02-01T10:04:29Z</dcterms:modified>
</cp:coreProperties>
</file>